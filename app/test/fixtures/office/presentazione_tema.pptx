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071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85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10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462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423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84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15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24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896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79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7006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080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5092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7144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4764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1759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20E5B-BF1C-231E-B9E6-C7D7AB78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F6C975-B6B5-15FF-4A63-4904B84A2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7ACE66-4675-26C6-C031-65D5E411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30EAF3-94F7-AD9E-83CB-14059DCB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5C6EB2-74E4-AFD1-74A3-002F3A8C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360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8FE9-CB75-4A28-B40B-0EE906DFAB1E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CC3F3A-4689-49BF-B016-C3D8947681C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402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83669-F905-559E-4B1A-C7623208B0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Fisica Generale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617833-6880-3744-A5A2-F49BA179E1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Cinematica del punto</a:t>
            </a:r>
          </a:p>
        </p:txBody>
      </p:sp>
    </p:spTree>
    <p:extLst>
      <p:ext uri="{BB962C8B-B14F-4D97-AF65-F5344CB8AC3E}">
        <p14:creationId xmlns:p14="http://schemas.microsoft.com/office/powerpoint/2010/main" val="388089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FB09D9-8B1E-9C68-F669-F347E4A0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Moto rettilineo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E6B928D-8A31-2434-D603-9B4CF3AD8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5080000" cy="3880773"/>
          </a:xfrm>
        </p:spPr>
        <p:txBody>
          <a:bodyPr/>
          <a:lstStyle/>
          <a:p>
            <a:r>
              <a:rPr lang="it-IT"/>
              <a:t>Posizione</a:t>
            </a:r>
          </a:p>
          <a:p>
            <a:r>
              <a:rPr lang="it-IT"/>
              <a:t>Velocita media</a:t>
            </a:r>
          </a:p>
          <a:p>
            <a:r>
              <a:rPr lang="it-IT"/>
              <a:t>Accelerazione</a:t>
            </a:r>
          </a:p>
          <a:p>
            <a:pPr lvl="1"/>
            <a:r>
              <a:rPr lang="it-IT"/>
              <a:t>Caso uniforme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7464F0C-E084-5F93-0C13-B555CBD8E46D}"/>
              </a:ext>
            </a:extLst>
          </p:cNvPr>
          <p:cNvSpPr txBox="1"/>
          <p:nvPr/>
        </p:nvSpPr>
        <p:spPr>
          <a:xfrm>
            <a:off x="6350000" y="1778000"/>
            <a:ext cx="482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3200" b="1">
                <a:solidFill>
                  <a:srgbClr val="C00000"/>
                </a:solidFill>
              </a:rPr>
              <a:t>v = dx / dt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BEE3C63E-66B3-750A-9A43-51F732CA02D0}"/>
              </a:ext>
            </a:extLst>
          </p:cNvPr>
          <p:cNvGrpSpPr/>
          <p:nvPr/>
        </p:nvGrpSpPr>
        <p:grpSpPr>
          <a:xfrm>
            <a:off x="6604000" y="3048000"/>
            <a:ext cx="3810000" cy="1524000"/>
            <a:chOff x="6604000" y="3048000"/>
            <a:chExt cx="3810000" cy="1524000"/>
          </a:xfrm>
        </p:grpSpPr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8CBA69CE-EF17-A024-E2A9-2C5FB0CE4DA0}"/>
                </a:ext>
              </a:extLst>
            </p:cNvPr>
            <p:cNvSpPr/>
            <p:nvPr/>
          </p:nvSpPr>
          <p:spPr>
            <a:xfrm>
              <a:off x="6604000" y="3048000"/>
              <a:ext cx="1524000" cy="1524000"/>
            </a:xfrm>
            <a:prstGeom prst="ellipse">
              <a:avLst/>
            </a:prstGeom>
            <a:solidFill>
              <a:srgbClr val="FFA5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Freccia a destra 5">
              <a:extLst>
                <a:ext uri="{FF2B5EF4-FFF2-40B4-BE49-F238E27FC236}">
                  <a16:creationId xmlns:a16="http://schemas.microsoft.com/office/drawing/2014/main" id="{3D171203-EA4B-E8B0-FACA-81273D11DA39}"/>
                </a:ext>
              </a:extLst>
            </p:cNvPr>
            <p:cNvSpPr/>
            <p:nvPr/>
          </p:nvSpPr>
          <p:spPr>
            <a:xfrm rot="1200000">
              <a:off x="8382000" y="3429000"/>
              <a:ext cx="2032000" cy="76200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7" name="Triangolo isoscele 6">
            <a:extLst>
              <a:ext uri="{FF2B5EF4-FFF2-40B4-BE49-F238E27FC236}">
                <a16:creationId xmlns:a16="http://schemas.microsoft.com/office/drawing/2014/main" id="{3C1AF289-033B-869A-EA72-25470F69FEAD}"/>
              </a:ext>
            </a:extLst>
          </p:cNvPr>
          <p:cNvSpPr/>
          <p:nvPr/>
        </p:nvSpPr>
        <p:spPr>
          <a:xfrm>
            <a:off x="10668000" y="3175000"/>
            <a:ext cx="1016000" cy="1016000"/>
          </a:xfrm>
          <a:prstGeom prst="triangle">
            <a:avLst/>
          </a:prstGeom>
          <a:solidFill>
            <a:srgbClr val="CC00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833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4F1FC1-53D3-0698-4D4A-1B7CB8DD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Schema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B67634E-DC44-EA15-1CAC-1204919A22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93"/>
          <a:stretch>
            <a:fillRect/>
          </a:stretch>
        </p:blipFill>
        <p:spPr>
          <a:xfrm>
            <a:off x="762000" y="1905000"/>
            <a:ext cx="2032284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48959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Sfaccettatura</vt:lpstr>
      <vt:lpstr>Fisica Generale</vt:lpstr>
      <vt:lpstr>Moto rettilineo</vt:lpstr>
      <vt:lpstr>Schema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UniNotes</dc:creator>
  <cp:lastModifiedBy>UniNotes</cp:lastModifiedBy>
  <cp:revision>1</cp:revision>
  <dcterms:created xsi:type="dcterms:W3CDTF">2026-10-22T09:03:54Z</dcterms:created>
  <dcterms:modified xsi:type="dcterms:W3CDTF">2026-10-22T09:03:57Z</dcterms:modified>
</cp:coreProperties>
</file>