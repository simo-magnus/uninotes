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495D33-64AE-BE34-4AAE-FCFA8EF16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5740A41-B7E9-4F8B-2522-67FD745DB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E5442F-4036-5DC3-5708-0F9019C15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1C5A09-88F0-34E6-0810-8F428E5D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5B21C4E-B74C-6E57-7B22-5AE8C87C1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544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50721B-8AC8-493E-405E-F4B424E77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151355-C5AA-20EE-F4EC-0B207FF23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F8CA11-C7EA-A32C-6B13-C46A8C2B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CA831B-495C-7774-118F-DD3B3AF8B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036B96-4E2A-2BB6-2529-BDCDD921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395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A0820-60C5-A4CA-B405-4ED4441A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0215DE6-D04A-E0F9-E727-842A70F47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5EF854E-A258-5065-F1C5-E3178EBEB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CA1E47-DA80-F260-3ED3-AE99C71F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A47144-C8C3-58E4-3DF9-8ABC0C93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293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27267E-10E1-F7B6-8E7C-11DDE08CB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EC9E23C-FA2E-A72D-3AE3-1E212575E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6C92E5B-60D7-F0D6-3B78-369EB8724A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4393655-9237-4F49-F582-20BA4B965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8D9B26E-82CC-4016-EC3C-97F66A9B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504443-E277-64B6-F6C7-D080CD4C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372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17ECC-FA0E-F116-77E8-14F418D5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F724C4-B661-212E-3B8A-E67B542A3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A236C5-C439-6547-4B24-891C0D815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ED29297-9636-31F3-4758-266334C095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623DC9B-4834-7A78-6979-C2EA0E6A7B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CED0FC4-5DC2-12C2-6CEC-D110BD81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7326EF5-14A3-1AFD-8520-BA72732D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E5254D6-1DC6-08B4-2EF1-F2056B7DF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999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546BEC-5B47-1DCF-82FC-742BE398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E63EBF6-F192-EC6C-D4AB-047BBF3A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E00F064-BD3E-321D-5769-38711136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1CB9B7-5B07-1353-79B4-59369A30A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061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CD6F552-BD5A-4E80-AF83-2E6F5846E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20FBB04-D0A8-3D70-55F9-34B962B6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6C6DBF-0B2C-46A8-62FE-7A23D47D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294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9535C3-1CD8-78DD-8A03-5B11849C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D05873-686D-8796-3AE4-8F7A15D72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6345191-1219-912C-97E9-3C8DD6151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5A0BFE6-4191-4F54-F6C8-F3E17F9E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0B397E6-5020-2011-5B19-9E514AF67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F47D4F-1136-B407-8B8B-2E033FBF4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958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343660-7CA3-9374-42E4-649A3E84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3AE89A2-4FE1-CCB8-5B97-439BB4BD75A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15E9A9-20EE-619D-E611-A70DD26A4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AC919DE-0589-BD46-3750-EC7F49D4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3937203-B6DD-FF75-E04F-8F0859C7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5DA42A5-9F88-8F7F-0468-0D70914A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795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97282F-EA4D-EAA5-C489-2CFC1BE42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6E85969-CE28-1EE5-6DE3-B297E3E06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0C8647-790E-20CF-EA9C-778CAAAA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71153B-0A56-6EB8-FE02-6F5AC58EA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F496038-F63F-DB4C-6726-B5FCA40C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210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72CC087-7676-E5FB-CF98-2004F2C4E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C1AEC92-2765-62C6-E087-488B7EA46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5BBAE2-B4E4-79B3-D871-67DA3C9BD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CF0FFDD-38C2-C63A-C4D5-C8F8ACDB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4B5B10-5E6A-905D-1B6F-327D4711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3746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9EEFE2-3DAE-D2CA-A6A8-EEB47F1C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B1E49E8-7777-3B5C-E797-11319E572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CFC08D-E7C2-265F-97E3-568D16AD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5CAD54-7E8D-6DCC-2E27-EAB8CC2A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DCABE73-219E-482E-22BA-0C01D42BD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880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DF07790-E97C-66CC-D12F-5E3D8197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60ED19-AA54-BC2A-123C-74703BAE9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19D6DB8-ABAD-348F-68E3-551562DCD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FEDB99-BA42-46F4-9CD6-543E41636B84}" type="datetimeFigureOut">
              <a:rPr lang="it-IT" smtClean="0"/>
              <a:t>22/10/2026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E04D2AD-C388-3774-CE1D-4283F72DC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5FB9B3D-0063-E0B0-2788-2CE74980D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A41F4-CD57-49E1-A406-C3EDB5264D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5420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0E4CE-3444-55C0-53DD-F41588E565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/>
              <a:t>Analisi Matematica 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8971902-218E-6FC9-A51A-E1CEF5931A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/>
              <a:t>Lezione 3: limiti</a:t>
            </a:r>
          </a:p>
        </p:txBody>
      </p:sp>
    </p:spTree>
    <p:extLst>
      <p:ext uri="{BB962C8B-B14F-4D97-AF65-F5344CB8AC3E}">
        <p14:creationId xmlns:p14="http://schemas.microsoft.com/office/powerpoint/2010/main" val="1341003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3E00B4-4BAD-4EA1-AC30-BB2A7175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Grafico della funzione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0DDD54F-4F7D-F93B-3F5C-A51812C02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it-IT"/>
              <a:t>Dominio</a:t>
            </a:r>
          </a:p>
          <a:p>
            <a:r>
              <a:rPr lang="it-IT"/>
              <a:t>Limiti agli estremi</a:t>
            </a:r>
          </a:p>
          <a:p>
            <a:r>
              <a:rPr lang="it-IT"/>
              <a:t>Asintoti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107A125-11DD-8D07-5298-A597876624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905000"/>
            <a:ext cx="4064000" cy="2540000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6473294F-42F7-F13E-3E8B-0152CCB6D622}"/>
              </a:ext>
            </a:extLst>
          </p:cNvPr>
          <p:cNvSpPr/>
          <p:nvPr/>
        </p:nvSpPr>
        <p:spPr>
          <a:xfrm>
            <a:off x="7112000" y="4826000"/>
            <a:ext cx="3048000" cy="889000"/>
          </a:xfrm>
          <a:prstGeom prst="rect">
            <a:avLst/>
          </a:prstGeom>
          <a:solidFill>
            <a:srgbClr val="1E3A8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>
                <a:solidFill>
                  <a:srgbClr val="FFFFFF"/>
                </a:solidFill>
              </a:rPr>
              <a:t>Nota importante</a:t>
            </a:r>
          </a:p>
        </p:txBody>
      </p:sp>
    </p:spTree>
    <p:extLst>
      <p:ext uri="{BB962C8B-B14F-4D97-AF65-F5344CB8AC3E}">
        <p14:creationId xmlns:p14="http://schemas.microsoft.com/office/powerpoint/2010/main" val="227604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B6A0FC-4D45-74C4-F15E-D886D352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Riepilogo</a:t>
            </a: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3E985410-F9CF-8272-BEC6-AD8551697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361763"/>
              </p:ext>
            </p:extLst>
          </p:nvPr>
        </p:nvGraphicFramePr>
        <p:xfrm>
          <a:off x="1016000" y="2032000"/>
          <a:ext cx="1016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756643397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1748986660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916686132"/>
                    </a:ext>
                  </a:extLst>
                </a:gridCol>
              </a:tblGrid>
              <a:tr h="846667">
                <a:tc>
                  <a:txBody>
                    <a:bodyPr/>
                    <a:lstStyle/>
                    <a:p>
                      <a:r>
                        <a:rPr lang="it-IT"/>
                        <a:t>Funzione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Dominio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Limite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939446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it-IT"/>
                        <a:t>x^2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+inf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39937"/>
                  </a:ext>
                </a:extLst>
              </a:tr>
              <a:tr h="846667">
                <a:tc>
                  <a:txBody>
                    <a:bodyPr/>
                    <a:lstStyle/>
                    <a:p>
                      <a:r>
                        <a:rPr lang="it-IT"/>
                        <a:t>1/x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R\{0}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213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39891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Personalizzato</PresentationFormat>
  <Paragraphs>17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di Office</vt:lpstr>
      <vt:lpstr>Analisi Matematica I</vt:lpstr>
      <vt:lpstr>Grafico della funzione</vt:lpstr>
      <vt:lpstr>Riepilogo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UniNotes</dc:creator>
  <cp:lastModifiedBy>UniNotes</cp:lastModifiedBy>
  <cp:revision>1</cp:revision>
  <dcterms:created xsi:type="dcterms:W3CDTF">2026-10-22T08:33:14Z</dcterms:created>
  <dcterms:modified xsi:type="dcterms:W3CDTF">2026-10-22T08:33:14Z</dcterms:modified>
</cp:coreProperties>
</file>